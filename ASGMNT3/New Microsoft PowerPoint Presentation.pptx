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42C31-21ED-4F4E-BC17-8A48F1DF5930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ED01E-914A-41E4-88A0-C6BC45F53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4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we are, what our goal is, blah blah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25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description of product we are creating and what core features we want it to do, </a:t>
            </a:r>
            <a:r>
              <a:rPr lang="en-US" dirty="0" err="1"/>
              <a:t>bulleetted</a:t>
            </a:r>
            <a:r>
              <a:rPr lang="en-US" dirty="0"/>
              <a:t> lists not sentences or </a:t>
            </a:r>
            <a:r>
              <a:rPr lang="en-US" dirty="0" err="1"/>
              <a:t>pargaphs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9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45B7-3D8A-8032-03F4-33B85432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6BC70-9552-09E2-0132-76BA9EA60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4CDBF-D4E2-1072-D835-5D8F0C40A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56F95-4142-614B-0AB3-D322E87CB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01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076A-1D4F-834C-3AE3-837DA5A1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1C253-4650-B304-9F8B-34BBA0900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0FF0-5FA4-EDD7-901D-F10189155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B7677-C252-BD44-E1D6-738279DB4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3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9DFE-AD27-DBF8-8948-DE74D58D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EDEF0-5E24-B1FB-92A3-519807B1A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ADF8E-5A8B-14D1-ED32-F5ED550F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0549B-7316-6EA2-5A8E-3DF671E41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0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A081-FA64-7246-854E-1B4C869D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07DCC-5965-2414-89A4-10CF6106C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D3BD3-419B-5D51-AB42-60F2E9157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22288-3175-40B6-81B1-2359C5D3C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75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69F8-6D93-99DB-F6CC-67FFE976E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A8135-CEB6-A748-D2B4-0A85ADB33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84E60-D4F3-1455-F415-AE21BBE2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8C13-01A5-8C5F-C51A-AF6E9D21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B7D6-0ABE-05FF-0A11-13515649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3072-7C34-6ECA-C593-286536F8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0A8D-077C-46A6-A789-EB3423549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9FE24-D1A2-768C-5820-B03C400E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FB1A5-2815-D7DA-7664-F7E32D53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933E9-FFAA-69E3-E410-625BCE7C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9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B0A0-5957-79EF-E4BD-D5D7CF95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42647-86A1-8698-BE7A-EA1C508CC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D3D32-06AC-D910-EA2D-B8677812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9E3B-E87D-CF9B-C8D8-8A975AB4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AB7A9-BBD5-84FE-829A-C37BF9E2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6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2BE-3079-90E8-4832-12A1C38E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641F3-DC44-BD06-676D-6FEED3E0C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C7344-9642-89D6-006D-8B80DDCD2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B6241-E139-B1D4-8915-399FDBC7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7DA92-6CB9-4D95-9D7B-8AC5BCD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B0139-E34F-988D-CC0B-0F22228D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7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5F56-D68E-42EA-B47D-21F940BE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F412D-2F4D-4DD0-CD70-304F4916A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ADB78-6B84-5A4C-0825-146CFCE5B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62E63-7A72-14D4-FDCE-CB6AE1F1E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2DA19-33C2-0145-23BD-A87E57D2B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725E1-1D14-6FFB-D192-8CD0467B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1934E-D266-2D7C-8E1A-5D9F3BF9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27514-79DE-A7F0-AD35-2E9EF5F4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D1A0-BAF9-46E0-5C52-52F70517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46855-F743-3559-0782-86AC5025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D572A-9A33-B015-008C-704E269B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1D80A-7161-7965-90C2-B718DDB4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1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E5730-A144-3786-FACB-8CA8BCD0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2911C-48F3-CAA5-8849-77ACF4B9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4CD7E-DABB-43DF-C904-8DAB28EE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60CD-F311-C2EC-B534-8544FD64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DB39-49D0-DFD4-F0B2-35062EC6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D5A89-CBCD-0520-D293-91FEEE3E1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D7C13-2247-9EDB-9A43-007B3E00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E9799-796E-FB95-219A-D751B1B8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15D28-2525-0652-4BE4-A2B92FD8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2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D215-A67A-600D-014A-92F652B8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C2AED-D91B-8C95-7646-89C77822F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B8C8E-E1EA-B41A-7CEF-602D346F3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1DC11-F01C-C4B4-86BF-7890B647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0944D-FE4A-5CE6-C7C2-3C9FAC6C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83736-D1D6-E08B-DFCC-9652AE5F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D138-8DBE-F457-736E-7CD97D40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B0529-FAB4-DA4C-2317-7D5125B89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D9FAB-B4D8-8C40-FD6C-EC6C25370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97C36-4D3E-65C0-ACEF-6002D4EB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CE19-1109-5A7C-9A41-BDC8E0E0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6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98293-EE64-2B4E-6736-36C8FDFF0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32146-3116-C393-0BB6-81F2C76C1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9DD5-45B9-91EC-8804-C98F310A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93B7-198B-CBDE-242C-1495A8BD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D3640-05C3-9177-84B3-7C47F9AF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2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C31CB3-1E6E-B8DE-4CBB-F8E26B54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5015E-836D-FCC9-107C-03B3A3046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D3524-66E2-4CB8-7C62-B4715ADFC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76A9A-3E0C-66F9-1608-316125B1F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91D9D-FE78-1F54-C519-3325E7239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1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C492-5CDF-E102-AA55-EB33094135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7C3B1-9A1A-2431-D9FF-6294B12675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0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370C-15A4-16B8-AD52-E7FBC5338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2360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5173F-C27E-90A6-D719-BB988746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CA3B-343F-0D28-E25C-84CD77B0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16797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8F31-40D5-F7C1-EFDB-C579570D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A5E3-728B-5C50-D629-CBA2EBAB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Interface</a:t>
            </a:r>
          </a:p>
        </p:txBody>
      </p:sp>
    </p:spTree>
    <p:extLst>
      <p:ext uri="{BB962C8B-B14F-4D97-AF65-F5344CB8AC3E}">
        <p14:creationId xmlns:p14="http://schemas.microsoft.com/office/powerpoint/2010/main" val="388119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69E13-23B5-9F02-3CD9-1613E4BC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4136-D480-6A34-02A8-538966DA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61723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B569-EFAB-5D0B-5805-779BF4F6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CBA4-4646-FBD2-58BA-9CAEB90D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73921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43C0-5831-67B6-D214-3A26D4C6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897B-ED9E-6382-1775-8C38E586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201809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4A11-D06A-C1CA-15C1-CF495035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63B3-AF50-6302-048B-9AE131B9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</p:spTree>
    <p:extLst>
      <p:ext uri="{BB962C8B-B14F-4D97-AF65-F5344CB8AC3E}">
        <p14:creationId xmlns:p14="http://schemas.microsoft.com/office/powerpoint/2010/main" val="2082572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113</Words>
  <Application>Microsoft Office PowerPoint</Application>
  <PresentationFormat>Widescreen</PresentationFormat>
  <Paragraphs>21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Introduction</vt:lpstr>
      <vt:lpstr>Overview</vt:lpstr>
      <vt:lpstr>External Interface</vt:lpstr>
      <vt:lpstr>Functional Requirements</vt:lpstr>
      <vt:lpstr>Nonfunctional Requirements</vt:lpstr>
      <vt:lpstr>Other Requirements</vt:lpstr>
      <vt:lpstr>User stories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Cho, Hudson</dc:creator>
  <cp:lastModifiedBy>Cho, Hudson</cp:lastModifiedBy>
  <cp:revision>1</cp:revision>
  <dcterms:created xsi:type="dcterms:W3CDTF">2025-10-20T12:25:22Z</dcterms:created>
  <dcterms:modified xsi:type="dcterms:W3CDTF">2025-10-20T12:53:58Z</dcterms:modified>
</cp:coreProperties>
</file>